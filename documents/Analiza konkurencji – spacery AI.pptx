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38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Przedstawiamy wyniki analizy konkurencji dla naszego projektu: aplikacji z interfejsem w języku naturalnym, która układa trasę spaceru na zadany czas od bieżącej pozycji użytkownika.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Zidentyfikowaliśmy 11 podmiotów i alternatyw w trzech kategoriach. Na ich styku nikt nie łączy konwersacyjnego AI z twardym ograniczeniem czasu i pozycji.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Bezpośrednio konkurują Citymapper (funkcja Super Duper Walk) i Go Jauntly. Reszta rozwiązuje tylko część problemu: dane, narrację albo inspirację.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Każda luka wynika z recenzji aplikacji i wątków na Reddicie opisanych w raporcie. Pierwsze dwie są kluczowe dla naszego produktu.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Nikt nie łączy rozumienia nastroju z gwarancją, że użytkownik zdąży na pociąg. To jest nasza nisza.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Kolejność od największego wpływu na produkt. Fundament to silnik trasy z twardym budżetem czasowym, spięty z LLM i routingiem typu Valhalla lub OSRM.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Koszty Google Maps Platform trzeba porównać z Mapbox i self-hosted OSM (OSRM, Valhalla) przed wyborem architektury.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6238296"/>
            <a:ext cx="2220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7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PZwJS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2019267"/>
            <a:ext cx="10889933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 KONKURENCJI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09625" y="2499734"/>
            <a:ext cx="10889933" cy="15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Mikro-planowanie spacerów wspierane przez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767" y="4305267"/>
            <a:ext cx="1088993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BFD0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pomóc mieszkańcom i turystom odkrywać miasto „tu i teraz”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7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Trzy obszary rynku odkrywania miasta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2" y="2284131"/>
            <a:ext cx="3380317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72059" y="2540248"/>
            <a:ext cx="295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059" y="2855102"/>
            <a:ext cx="2954126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Aplikacje i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2059" y="3291830"/>
            <a:ext cx="2954126" cy="105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Maps, komoot, VoiceMap, Layla. Dane i nawigacja, ale ręczne składanie trasy.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59" y="2284131"/>
            <a:ext cx="3380399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61876" y="2540248"/>
            <a:ext cx="29542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1876" y="2855102"/>
            <a:ext cx="2954211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Społeczności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1876" y="3291830"/>
            <a:ext cx="2954211" cy="796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Grupy na Facebooku, fora, Reddit. Unikalne polecenia, ale bez struktury i logistyki.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58" y="2284131"/>
            <a:ext cx="3380399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51775" y="2540248"/>
            <a:ext cx="29542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1775" y="2855102"/>
            <a:ext cx="2954211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Tradycja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1775" y="3291830"/>
            <a:ext cx="2954211" cy="105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Punkty informacji i mapki papierowe. Kontakt z człowiekiem, ale zero elastyczności.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67" y="5544840"/>
            <a:ext cx="1088346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2F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Brakuje rozwiązania dla mikro-momentu „tu i teraz”.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Najważniejsi konkurenci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2557859"/>
          <a:ext cx="10555883" cy="3284144"/>
        </p:xfrm>
        <a:graphic>
          <a:graphicData uri="http://schemas.openxmlformats.org/drawingml/2006/table">
            <a:tbl>
              <a:tblPr/>
              <a:tblGrid>
                <a:gridCol w="2744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Nazwa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Wyróżnik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Citymapper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Bezpośredni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Pętle spacerowe z uwzględnieniem hałasu i ruchu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 Jauntly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Bezpośredni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Krótkie zielone trasy dla mieszkańców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komoot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Trasy społeczności, dane o nawierzchni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VoiceMap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Audiospacery lokalnych autorów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Layla, Wonderplan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Plany podróży z LLM, rozumienie nastroju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Google Maps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Najlepsze dane o godzinach i tłumie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Grupy FB, Reddit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Autentyczne polecenia bez logistyki trasy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Sześć luk na rynku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2" y="3145019"/>
            <a:ext cx="3380317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46592" y="3375670"/>
            <a:ext cx="3006586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Sztywny punkt startu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46592" y="3710863"/>
            <a:ext cx="3006586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Dojście na start zjada połowę z 90 minut.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759" y="3145019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636409" y="3375670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Halucynacje planerów 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6409" y="3710863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„Krótki spacer” między punktami oddalonymi o 40 minut.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658" y="3145019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6309" y="3375670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Paraliż wyboru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6309" y="3710863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Google Maps 25 z 90 minut idzie na szukanie.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42" y="4596671"/>
            <a:ext cx="3380317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46592" y="4827322"/>
            <a:ext cx="3006586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 mikro-promocji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6592" y="5162516"/>
            <a:ext cx="3006586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Mały lokal nie dotrze do przechodnia 200 metrów dalej.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5759" y="4596671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36409" y="4827322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Listy bez logistyki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409" y="5162516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Rankingi „top 10” nie mają kolejności ani czasu przejścia.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5658" y="4596671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226309" y="4827322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Statyczna informacja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6309" y="5162516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Mapki i punkty info: masowe atrakcje, stałe godziny.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A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1790650"/>
            <a:ext cx="10883460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NASZA SZANSA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2379926"/>
            <a:ext cx="10883460" cy="15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Spacer na dokładnie tyle minut, ile masz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67" y="4178266"/>
            <a:ext cx="10883460" cy="711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Konwersacyjne AI, twardy budżet czasowy i pozycja GPS: trasa „od drzwi do drzwi” w czasie rzeczywistym.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można zrobić lepiej?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3378892"/>
          <a:ext cx="10555883" cy="2463108"/>
        </p:xfrm>
        <a:graphic>
          <a:graphicData uri="http://schemas.openxmlformats.org/drawingml/2006/table">
            <a:tbl>
              <a:tblPr/>
              <a:tblGrid>
                <a:gridCol w="443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Funkcja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Rozwiązuje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Trudność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Twardy budżet czasowy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Luki 1 i 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Średnia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RAG: pogoda, godziny otwarcia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Halucynacje AI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Średnia/wysoka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Tryb „anty-tłum”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Zatłoczone deptaki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Wysoka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Mikro-oferty dla lokali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Luka 4, monetyzacja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Niska (techn.)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Mikro-przewodnik, 3 zdania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Wzrok w ekranie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Ryzyka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67" y="2680146"/>
            <a:ext cx="5181616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92150" y="2959528"/>
            <a:ext cx="4761535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Koszty API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2150" y="3365829"/>
            <a:ext cx="4761535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Częste przeliczanie tras może szybko przekroczyć przychody z fazy startowej.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534" y="2680146"/>
            <a:ext cx="5181699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76917" y="2959528"/>
            <a:ext cx="476162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Konkurencja lokalna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76917" y="3365829"/>
            <a:ext cx="476162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Aplikacje samorządowe mogą mieć wyłączność z instytucjami kultury.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67" y="4362648"/>
            <a:ext cx="5181616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2150" y="4642030"/>
            <a:ext cx="4761535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Akwizycja partnerów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2150" y="5048331"/>
            <a:ext cx="4761535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B2B2C wymaga pozyskiwania lokali osobno w każdym mieście.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7534" y="4362648"/>
            <a:ext cx="5181699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76917" y="4642030"/>
            <a:ext cx="476162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Niejawne stawki B2B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6917" y="5048331"/>
            <a:ext cx="476162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Prowizji konkurentów nie znamy. Trzeba je ustalić w kontakcie ze sprzedażą.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naliza konkurencji – spacery AI">
  <a:themeElements>
    <a:clrScheme name="Analiza konkurencji – spacery AI">
      <a:dk1>
        <a:srgbClr val="16241F"/>
      </a:dk1>
      <a:lt1>
        <a:srgbClr val="F6F3EC"/>
      </a:lt1>
      <a:dk2>
        <a:srgbClr val="4E5852"/>
      </a:dk2>
      <a:lt2>
        <a:srgbClr val="E0DED8"/>
      </a:lt2>
      <a:accent1>
        <a:srgbClr val="E8A15F"/>
      </a:accent1>
      <a:accent2>
        <a:srgbClr val="B8541A"/>
      </a:accent2>
      <a:accent3>
        <a:srgbClr val="2F7D6B"/>
      </a:accent3>
      <a:accent4>
        <a:srgbClr val="3F4F48"/>
      </a:accent4>
      <a:accent5>
        <a:srgbClr val="DCE6E0"/>
      </a:accent5>
      <a:accent6>
        <a:srgbClr val="8FA79C"/>
      </a:accent6>
      <a:hlink>
        <a:srgbClr val="0563C1"/>
      </a:hlink>
      <a:folHlink>
        <a:srgbClr val="954F72"/>
      </a:folHlink>
    </a:clrScheme>
    <a:fontScheme name="Analiza konkurencji – spacery AI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547</Words>
  <Application>Microsoft Office PowerPoint</Application>
  <PresentationFormat>Panoramiczny</PresentationFormat>
  <Paragraphs>98</Paragraphs>
  <Slides>7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DM Sans</vt:lpstr>
      <vt:lpstr>Analiza konkurencji – spacery AI</vt:lpstr>
      <vt:lpstr>Mikro-planowanie spacerów wspierane przez AI</vt:lpstr>
      <vt:lpstr>Trzy obszary rynku odkrywania miasta</vt:lpstr>
      <vt:lpstr>Najważniejsi konkurenci</vt:lpstr>
      <vt:lpstr>Sześć luk na rynku</vt:lpstr>
      <vt:lpstr>Spacer na dokładnie tyle minut, ile masz</vt:lpstr>
      <vt:lpstr>Co można zrobić lepiej?</vt:lpstr>
      <vt:lpstr>Ryzyka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konkurencji – spacery AI</dc:title>
  <dc:subject/>
  <dc:creator/>
  <cp:lastModifiedBy>Krystian Juszczyk</cp:lastModifiedBy>
  <cp:revision>3</cp:revision>
  <dcterms:created xsi:type="dcterms:W3CDTF">2026-10-18T20:02:01Z</dcterms:created>
  <dcterms:modified xsi:type="dcterms:W3CDTF">2026-10-21T08:32:56Z</dcterms:modified>
</cp:coreProperties>
</file>